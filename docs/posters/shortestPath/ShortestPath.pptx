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33" d="100"/>
          <a:sy n="33" d="100"/>
        </p:scale>
        <p:origin x="214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8.jpe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Algorithmen als Lösung: </a:t>
            </a: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Schritt für Schritt!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beste, oder anders gesagt der schnellste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Was für Algorithmen gibt es?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Dijkstra Algorithmus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Demo: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schnellste Pfade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4"/>
            <a:ext cx="17982781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Löse das Labyrinth: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Wie finde ich immer den</a:t>
            </a:r>
            <a:b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schnellsten Weg?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 rot="20457915">
            <a:off x="4220192" y="1447376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314814" y="2893581"/>
            <a:ext cx="2676720" cy="26767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221906" y="3181350"/>
            <a:ext cx="7663209" cy="76632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79540" y="13712553"/>
            <a:ext cx="41148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79540" y="19221559"/>
            <a:ext cx="4114800" cy="4114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64711" y="24730565"/>
            <a:ext cx="4114800" cy="411480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33CA45-1DA2-112C-1491-1EFF168770AB}"/>
              </a:ext>
            </a:extLst>
          </p:cNvPr>
          <p:cNvGrpSpPr/>
          <p:nvPr/>
        </p:nvGrpSpPr>
        <p:grpSpPr>
          <a:xfrm>
            <a:off x="9721886" y="746727"/>
            <a:ext cx="4841700" cy="4736365"/>
            <a:chOff x="9661730" y="434630"/>
            <a:chExt cx="4841700" cy="4736365"/>
          </a:xfrm>
        </p:grpSpPr>
        <p:sp>
          <p:nvSpPr>
            <p:cNvPr id="26" name="Google Shape;110;p14">
              <a:extLst>
                <a:ext uri="{FF2B5EF4-FFF2-40B4-BE49-F238E27FC236}">
                  <a16:creationId xmlns:a16="http://schemas.microsoft.com/office/drawing/2014/main" id="{992122F2-6360-717A-2E08-B7D582B74DA4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27" name="Picture 26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1E04A599-A9E3-4AD0-16E4-71D778A05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7F3C04E7-3C33-04D3-01FF-A7CB8CC7083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8D9A88-3572-265C-0B73-E1DE4CF2A5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E68858B-638A-054D-4E70-13AA2B822659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31" name="Picture 3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FB1F1A1-20AD-C98E-50C3-F63F12992B1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087" t="5731" r="6413" b="6489"/>
          <a:stretch>
            <a:fillRect/>
          </a:stretch>
        </p:blipFill>
        <p:spPr>
          <a:xfrm>
            <a:off x="1557329" y="28316991"/>
            <a:ext cx="1822977" cy="18288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17030-67D3-80CE-E728-F4951D96F49B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6800D-D233-94FA-B8C6-E2C2EBAF28C9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B0D532-31C3-441A-E0CC-416A1DCADA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80306" y="20667661"/>
            <a:ext cx="5204377" cy="6503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195</Words>
  <Application>Microsoft Office PowerPoint</Application>
  <PresentationFormat>Custom</PresentationFormat>
  <Paragraphs>64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22</cp:revision>
  <dcterms:created xsi:type="dcterms:W3CDTF">2026-06-03T08:55:54Z</dcterms:created>
  <dcterms:modified xsi:type="dcterms:W3CDTF">2026-06-12T08:44:07Z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