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50" d="100"/>
          <a:sy n="50" d="100"/>
        </p:scale>
        <p:origin x="948" y="-28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svg"/><Relationship Id="rId17" Type="http://schemas.microsoft.com/office/2007/relationships/hdphoto" Target="../media/hdphoto2.wd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</a:t>
            </a:r>
            <a:r>
              <a:rPr lang="de-DE" sz="3600" b="1" dirty="0" err="1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Specific</a:t>
            </a: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Language (DSL) </a:t>
            </a:r>
          </a:p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 Lösung: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Zum Beispiel: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Wichtig ist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Alle verstehen, was die Wörter 	bedeuten.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 durch ein Labyrinth: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auch als DSL verstanden</a:t>
            </a:r>
          </a:p>
          <a:p>
            <a:pPr>
              <a:lnSpc>
                <a:spcPts val="4000"/>
              </a:lnSpc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Befehle für einen </a:t>
            </a:r>
          </a:p>
          <a:p>
            <a:pPr>
              <a:lnSpc>
                <a:spcPts val="4000"/>
              </a:lnSpc>
            </a:pPr>
            <a:r>
              <a:rPr lang="de-CH" sz="3600" b="1" dirty="0">
                <a:latin typeface="Arial" panose="020B0604020202020204" pitchFamily="34" charset="0"/>
                <a:cs typeface="Arial" panose="020B0604020202020204" pitchFamily="34" charset="0"/>
              </a:rPr>
              <a:t>Roboter sind auch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465310"/>
            <a:ext cx="18659569" cy="4407162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No</a:t>
            </a: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 </a:t>
            </a: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Code Softwareentwicklung: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05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Wie programmiere ich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0500" dirty="0">
                <a:solidFill>
                  <a:srgbClr val="FFDC0C"/>
                </a:solidFill>
                <a:latin typeface="Arial" panose="020B0604020202020204"/>
              </a:rPr>
              <a:t>mit Worten die jeder versteht?</a:t>
            </a:r>
            <a:endParaRPr kumimoji="0" lang="de-CH" sz="105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303425" y="19591171"/>
            <a:ext cx="8783391" cy="658102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25362" y="12845739"/>
            <a:ext cx="3600000" cy="360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25362" y="16966690"/>
            <a:ext cx="3600000" cy="360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25362" y="21439614"/>
            <a:ext cx="3600000" cy="360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4186A-FA96-4230-CA51-764838F2E5F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9661730" y="43463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8" name="Picture 17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81EDBF36-0840-F85F-76D6-452D1B31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CFEA664-252B-E90F-0351-9AED590ED9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42440" y="20353960"/>
            <a:ext cx="6705360" cy="66874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66B70A-8F1B-765A-924A-1AC2DD653F7C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5E8A33A-D04B-2F20-58F4-1CC07D080E4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50C133-3897-BB76-26D6-600BEC3F09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8B035D-3E49-2BE3-91CE-C5EFD84C80AF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21" name="Picture 2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56B958D-88DD-8273-9E54-E8B55D7B7BA2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1193298" y="28316991"/>
            <a:ext cx="1822977" cy="1828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2874424-1751-7FB6-3DA4-AF6E3AA72774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0F81F6-4FBE-3B69-EA0C-D14FC1792866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0D4E2C-26E0-A946-6C49-94EF402C956A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15382355" y="3726289"/>
            <a:ext cx="4572613" cy="45726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B96F29-7BCB-2B3B-6E54-B10C9AF6C2F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945362" y="25912538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169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27</cp:revision>
  <dcterms:created xsi:type="dcterms:W3CDTF">2026-06-03T08:55:54Z</dcterms:created>
  <dcterms:modified xsi:type="dcterms:W3CDTF">2026-06-12T08:53:50Z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