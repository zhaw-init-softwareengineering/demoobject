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21" d="100"/>
          <a:sy n="21" d="100"/>
        </p:scale>
        <p:origin x="2458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06/03/2026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sv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Wann brauche ich einen kürzesten Pfad?</a:t>
            </a:r>
          </a:p>
          <a:p>
            <a:r>
              <a:rPr lang="de-CH" sz="3600" dirty="0"/>
              <a:t>Wenn du heute auf dem direktesten Weg nach Hause willst, musst du den kürzesten Pfad nehmen. </a:t>
            </a:r>
          </a:p>
          <a:p>
            <a:r>
              <a:rPr lang="de-CH" sz="3600" dirty="0"/>
              <a:t>Der kürzeste Pfad ist also der beste Weg.</a:t>
            </a:r>
            <a:endParaRPr lang="de-CH" sz="1600" dirty="0"/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Wie finde ich einen kürzesten Pfad?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Wenn alle Schritte gleich gross sind, dann verwendet man den Dijkstra Algorithmus.</a:t>
            </a:r>
            <a:b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Mit diesem Algorithmus, kann man dann in einem Netz den kürzesten Pfad finden. Du siehst das animiert in der Demo. Scanne dafür den QR-Code.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unten siehst du in grün den kürzesten Pfad in diesem Netz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Der Postbote nutzt das, für eine schnelle Lieferung: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Wenn du in die Ferien fährst und ihr das Navi braucht: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In Spielen müssen oft kürzeste Pfade gefunden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6120892"/>
            <a:ext cx="19467739" cy="3095998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Kürzester Pfad?                  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47B85A-88CC-8398-EE9D-6C5FABFAA415}"/>
              </a:ext>
            </a:extLst>
          </p:cNvPr>
          <p:cNvGrpSpPr/>
          <p:nvPr/>
        </p:nvGrpSpPr>
        <p:grpSpPr>
          <a:xfrm>
            <a:off x="15921438" y="24917350"/>
            <a:ext cx="4841700" cy="4736365"/>
            <a:chOff x="13866470" y="450280"/>
            <a:chExt cx="4841700" cy="4736365"/>
          </a:xfrm>
        </p:grpSpPr>
        <p:sp>
          <p:nvSpPr>
            <p:cNvPr id="15" name="Google Shape;110;p14">
              <a:extLst>
                <a:ext uri="{FF2B5EF4-FFF2-40B4-BE49-F238E27FC236}">
                  <a16:creationId xmlns:a16="http://schemas.microsoft.com/office/drawing/2014/main" id="{59773DD0-78F0-ADC8-9189-1D97A9428E53}"/>
                </a:ext>
              </a:extLst>
            </p:cNvPr>
            <p:cNvSpPr/>
            <p:nvPr/>
          </p:nvSpPr>
          <p:spPr>
            <a:xfrm>
              <a:off x="13866470" y="450280"/>
              <a:ext cx="4841700" cy="4736365"/>
            </a:xfrm>
            <a:prstGeom prst="ellipse">
              <a:avLst/>
            </a:prstGeom>
            <a:solidFill>
              <a:srgbClr val="FFDC0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6" name="Picture 15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D3723E1E-FE9E-18C4-6CEE-BD5A3813C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094" t="8652" r="8394" b="8259"/>
            <a:stretch>
              <a:fillRect/>
            </a:stretch>
          </p:blipFill>
          <p:spPr>
            <a:xfrm>
              <a:off x="14721749" y="1237435"/>
              <a:ext cx="3131139" cy="3153044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>
            <a:off x="9404621" y="25420024"/>
            <a:ext cx="6614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5400" b="1" dirty="0">
                <a:solidFill>
                  <a:srgbClr val="05366C"/>
                </a:solidFill>
              </a:rPr>
              <a:t>Holl dir deine Glace:</a:t>
            </a:r>
          </a:p>
          <a:p>
            <a:pPr algn="ctr"/>
            <a:r>
              <a:rPr lang="de-CH" sz="5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4D57DBB-A1C3-6175-2569-A247A3E965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4224" y="28217182"/>
            <a:ext cx="1828800" cy="1828800"/>
          </a:xfrm>
          <a:prstGeom prst="rect">
            <a:avLst/>
          </a:prstGeom>
        </p:spPr>
      </p:pic>
      <p:pic>
        <p:nvPicPr>
          <p:cNvPr id="2" name="Picture 1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5F29B54E-FEE8-7AC2-4465-ACDC20E3F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13425806" y="27386422"/>
            <a:ext cx="2676720" cy="267672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D28072-4F7C-F049-2C2F-2E2C58A83FF3}"/>
              </a:ext>
            </a:extLst>
          </p:cNvPr>
          <p:cNvSpPr txBox="1"/>
          <p:nvPr/>
        </p:nvSpPr>
        <p:spPr>
          <a:xfrm>
            <a:off x="235840" y="27285533"/>
            <a:ext cx="4060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auf</a:t>
            </a:r>
          </a:p>
          <a:p>
            <a:r>
              <a:rPr lang="de-CH" sz="2800" b="1" dirty="0">
                <a:solidFill>
                  <a:srgbClr val="05366C"/>
                </a:solidFill>
              </a:rPr>
              <a:t>GitHub: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8802D-002B-5CE0-51C8-4780B6042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687425" y="3415464"/>
            <a:ext cx="6400800" cy="6400800"/>
          </a:xfrm>
          <a:prstGeom prst="rect">
            <a:avLst/>
          </a:prstGeom>
        </p:spPr>
      </p:pic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91B4E14F-E28D-D37D-7D9E-727C00E12C0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6554" b="19847"/>
          <a:stretch>
            <a:fillRect/>
          </a:stretch>
        </p:blipFill>
        <p:spPr>
          <a:xfrm>
            <a:off x="1303425" y="19678024"/>
            <a:ext cx="9090255" cy="3253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D9C89-9BF4-4B6D-6DA0-F156AC85514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63967" y="13199222"/>
            <a:ext cx="3200400" cy="3200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14A594-FEB9-E428-8A0E-64E43A247FC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163967" y="17675222"/>
            <a:ext cx="3200400" cy="3200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1035DE-8555-E04B-39E3-7341DE928F08}"/>
              </a:ext>
            </a:extLst>
          </p:cNvPr>
          <p:cNvSpPr txBox="1"/>
          <p:nvPr/>
        </p:nvSpPr>
        <p:spPr>
          <a:xfrm>
            <a:off x="1295399" y="24207364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589A4C-C793-79D3-141B-8A9EDE20B4C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163967" y="22295721"/>
            <a:ext cx="32004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177</Words>
  <Application>Microsoft Office PowerPoint</Application>
  <PresentationFormat>Custom</PresentationFormat>
  <Paragraphs>59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6</cp:revision>
  <dcterms:created xsi:type="dcterms:W3CDTF">2026-06-03T08:55:54Z</dcterms:created>
  <dcterms:modified xsi:type="dcterms:W3CDTF">2026-06-03T09:42:57Z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