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 varScale="1">
        <p:scale>
          <a:sx n="34" d="100"/>
          <a:sy n="34" d="100"/>
        </p:scale>
        <p:origin x="207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06/04/2026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9.jpeg"/><Relationship Id="rId5" Type="http://schemas.openxmlformats.org/officeDocument/2006/relationships/image" Target="../media/image4.png"/><Relationship Id="rId15" Type="http://schemas.openxmlformats.org/officeDocument/2006/relationships/image" Target="../media/image13.jpeg"/><Relationship Id="rId10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einen kürzesten Pfad?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finde ich einen kürzesten Pfad?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Dijkstra Algorithmus.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Demo. 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6120892"/>
            <a:ext cx="19467739" cy="3095998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Kürzester Pfad?      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687425" y="3415464"/>
            <a:ext cx="6400800" cy="6400800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91B4E14F-E28D-D37D-7D9E-727C00E12C0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6554" b="19847"/>
          <a:stretch>
            <a:fillRect/>
          </a:stretch>
        </p:blipFill>
        <p:spPr>
          <a:xfrm>
            <a:off x="1303425" y="19678024"/>
            <a:ext cx="9090255" cy="3253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81099" y="13378289"/>
            <a:ext cx="41148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79540" y="18768689"/>
            <a:ext cx="41148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11029268" y="28239640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79540" y="24758463"/>
            <a:ext cx="4114800" cy="411480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33CA45-1DA2-112C-1491-1EFF168770AB}"/>
              </a:ext>
            </a:extLst>
          </p:cNvPr>
          <p:cNvGrpSpPr/>
          <p:nvPr/>
        </p:nvGrpSpPr>
        <p:grpSpPr>
          <a:xfrm>
            <a:off x="9721886" y="746727"/>
            <a:ext cx="4841700" cy="4736365"/>
            <a:chOff x="9661730" y="434630"/>
            <a:chExt cx="4841700" cy="4736365"/>
          </a:xfrm>
        </p:grpSpPr>
        <p:sp>
          <p:nvSpPr>
            <p:cNvPr id="26" name="Google Shape;110;p14">
              <a:extLst>
                <a:ext uri="{FF2B5EF4-FFF2-40B4-BE49-F238E27FC236}">
                  <a16:creationId xmlns:a16="http://schemas.microsoft.com/office/drawing/2014/main" id="{992122F2-6360-717A-2E08-B7D582B74DA4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27" name="Picture 2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1E04A599-A9E3-4AD0-16E4-71D778A05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7F3C04E7-3C33-04D3-01FF-A7CB8CC708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8D9A88-3572-265C-0B73-E1DE4CF2A57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E68858B-638A-054D-4E70-13AA2B822659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31" name="Picture 3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FB1F1A1-20AD-C98E-50C3-F63F12992B17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087" t="5731" r="6413" b="6489"/>
          <a:stretch>
            <a:fillRect/>
          </a:stretch>
        </p:blipFill>
        <p:spPr>
          <a:xfrm>
            <a:off x="235840" y="28316991"/>
            <a:ext cx="1822977" cy="18288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17030-67D3-80CE-E728-F4951D96F49B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181</Words>
  <Application>Microsoft Office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15</cp:revision>
  <dcterms:created xsi:type="dcterms:W3CDTF">2026-06-03T08:55:54Z</dcterms:created>
  <dcterms:modified xsi:type="dcterms:W3CDTF">2026-06-04T09:10:57Z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