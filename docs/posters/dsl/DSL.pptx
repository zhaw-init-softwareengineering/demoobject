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5" d="100"/>
          <a:sy n="35" d="100"/>
        </p:scale>
        <p:origin x="639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06/04/2026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3.jpeg"/><Relationship Id="rId10" Type="http://schemas.microsoft.com/office/2007/relationships/hdphoto" Target="../media/hdphoto1.wdp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 DSL?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Zum 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Wichtig ist: Alle verstehen, was die Wörter 	bedeuten.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Hier ein 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9549492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eine: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Domain </a:t>
            </a:r>
            <a:r>
              <a:rPr kumimoji="0" lang="de-CH" sz="120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Specific</a:t>
            </a: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Language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(DSL)?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295399" y="18365312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458" y="21824774"/>
            <a:ext cx="5029200" cy="50292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9" y="12420948"/>
            <a:ext cx="5029200" cy="50292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899" y="19310174"/>
            <a:ext cx="5029200" cy="5029200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842993" y="23468209"/>
            <a:ext cx="6400800" cy="640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9735-B4D2-4933-3983-E764493299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47C2F2-0E09-ABF6-08AA-0CD68E86825E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16CA17-9FB4-3D65-CE56-D7B4D6EE7633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4" name="Picture 13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2AD7745E-9569-C376-7AC6-337547D132A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235840" y="28316991"/>
            <a:ext cx="1822977" cy="1828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724FC8F-0A81-9F06-3DB5-0E35A325CCE5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4186A-FA96-4230-CA51-764838F2E5F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9661730" y="43463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8" name="Picture 17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81EDBF36-0840-F85F-76D6-452D1B31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D1E17CD-E95E-F748-1E29-DABEF9BEBFCE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155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21</cp:revision>
  <dcterms:created xsi:type="dcterms:W3CDTF">2026-06-03T08:55:54Z</dcterms:created>
  <dcterms:modified xsi:type="dcterms:W3CDTF">2026-06-04T11:31:31Z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