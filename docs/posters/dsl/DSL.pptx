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20" d="100"/>
          <a:sy n="20" d="100"/>
        </p:scale>
        <p:origin x="547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06/03/2026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12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Wann brauche ich eine DSL?</a:t>
            </a: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Zum 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Wichtig ist: Alle verstehen, was die Wörter 	bedeuten.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Hier ein 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 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auch als DSLs verstanden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3"/>
            <a:ext cx="19549492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eine: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Domain </a:t>
            </a:r>
            <a:r>
              <a:rPr kumimoji="0" lang="de-CH" sz="120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Specific</a:t>
            </a: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 Language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(DSL)?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47B85A-88CC-8398-EE9D-6C5FABFAA415}"/>
              </a:ext>
            </a:extLst>
          </p:cNvPr>
          <p:cNvGrpSpPr/>
          <p:nvPr/>
        </p:nvGrpSpPr>
        <p:grpSpPr>
          <a:xfrm>
            <a:off x="13908888" y="24708966"/>
            <a:ext cx="4841700" cy="4736365"/>
            <a:chOff x="13866470" y="450280"/>
            <a:chExt cx="4841700" cy="4736365"/>
          </a:xfrm>
        </p:grpSpPr>
        <p:sp>
          <p:nvSpPr>
            <p:cNvPr id="15" name="Google Shape;110;p14">
              <a:extLst>
                <a:ext uri="{FF2B5EF4-FFF2-40B4-BE49-F238E27FC236}">
                  <a16:creationId xmlns:a16="http://schemas.microsoft.com/office/drawing/2014/main" id="{59773DD0-78F0-ADC8-9189-1D97A9428E53}"/>
                </a:ext>
              </a:extLst>
            </p:cNvPr>
            <p:cNvSpPr/>
            <p:nvPr/>
          </p:nvSpPr>
          <p:spPr>
            <a:xfrm>
              <a:off x="13866470" y="450280"/>
              <a:ext cx="4841700" cy="4736365"/>
            </a:xfrm>
            <a:prstGeom prst="ellipse">
              <a:avLst/>
            </a:prstGeom>
            <a:solidFill>
              <a:srgbClr val="FFDC0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6" name="Picture 15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D3723E1E-FE9E-18C4-6CEE-BD5A3813C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094" t="8652" r="8394" b="8259"/>
            <a:stretch>
              <a:fillRect/>
            </a:stretch>
          </p:blipFill>
          <p:spPr>
            <a:xfrm>
              <a:off x="14721749" y="1237435"/>
              <a:ext cx="3131139" cy="3153044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>
            <a:off x="7435573" y="25496121"/>
            <a:ext cx="6614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5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5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7824" r="38800" b="2408"/>
          <a:stretch>
            <a:fillRect/>
          </a:stretch>
        </p:blipFill>
        <p:spPr>
          <a:xfrm>
            <a:off x="1295399" y="18365312"/>
            <a:ext cx="8620643" cy="645908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1054" y="21206202"/>
            <a:ext cx="4572000" cy="4572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12121" y="12165334"/>
            <a:ext cx="4572000" cy="4572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12121" y="18476124"/>
            <a:ext cx="4572000" cy="45720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7103910-CEBA-6BD2-0061-BDE7E619292D}"/>
              </a:ext>
            </a:extLst>
          </p:cNvPr>
          <p:cNvSpPr txBox="1"/>
          <p:nvPr/>
        </p:nvSpPr>
        <p:spPr>
          <a:xfrm>
            <a:off x="235840" y="27285533"/>
            <a:ext cx="4060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auf</a:t>
            </a:r>
          </a:p>
          <a:p>
            <a:r>
              <a:rPr lang="de-CH" sz="2800" b="1" dirty="0">
                <a:solidFill>
                  <a:srgbClr val="05366C"/>
                </a:solidFill>
              </a:rPr>
              <a:t>GitHub: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4224" y="28217182"/>
            <a:ext cx="1828800" cy="1828800"/>
          </a:xfrm>
          <a:prstGeom prst="rect">
            <a:avLst/>
          </a:prstGeom>
        </p:spPr>
      </p:pic>
      <p:pic>
        <p:nvPicPr>
          <p:cNvPr id="33" name="Picture 32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E5C00B22-9909-6A62-AC0A-B6731F516C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1000000">
            <a:off x="11373761" y="27386422"/>
            <a:ext cx="2676720" cy="267672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03A40CF-0574-11B9-1772-86E5C00CD7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20233" y="-572117"/>
            <a:ext cx="64008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149</Words>
  <Application>Microsoft Office PowerPoint</Application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7</cp:revision>
  <dcterms:created xsi:type="dcterms:W3CDTF">2026-06-03T08:55:54Z</dcterms:created>
  <dcterms:modified xsi:type="dcterms:W3CDTF">2026-06-03T09:45:15Z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