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34" d="100"/>
          <a:sy n="34" d="100"/>
        </p:scale>
        <p:origin x="207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06/03/2026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3" Type="http://schemas.openxmlformats.org/officeDocument/2006/relationships/image" Target="../media/image3.jpeg"/><Relationship Id="rId7" Type="http://schemas.microsoft.com/office/2007/relationships/hdphoto" Target="../media/hdphoto1.wdp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svg"/><Relationship Id="rId10" Type="http://schemas.openxmlformats.org/officeDocument/2006/relationships/image" Target="../media/image8.png"/><Relationship Id="rId4" Type="http://schemas.openxmlformats.org/officeDocument/2006/relationships/image" Target="../media/image4.png"/><Relationship Id="rId9" Type="http://schemas.microsoft.com/office/2007/relationships/hdphoto" Target="../media/hdphoto2.wdp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einen kürzesten Pfad?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finde ich einen kürzesten Pfad?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Dijkstra Algorithmus.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Demo. Scanne dafür den QR-Code.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6120892"/>
            <a:ext cx="19467739" cy="3095998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Kürzester Pfad?      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47B85A-88CC-8398-EE9D-6C5FABFAA415}"/>
              </a:ext>
            </a:extLst>
          </p:cNvPr>
          <p:cNvGrpSpPr/>
          <p:nvPr/>
        </p:nvGrpSpPr>
        <p:grpSpPr>
          <a:xfrm>
            <a:off x="9838710" y="970219"/>
            <a:ext cx="4841700" cy="4736365"/>
            <a:chOff x="13866470" y="450280"/>
            <a:chExt cx="4841700" cy="4736365"/>
          </a:xfrm>
        </p:grpSpPr>
        <p:sp>
          <p:nvSpPr>
            <p:cNvPr id="15" name="Google Shape;110;p14">
              <a:extLst>
                <a:ext uri="{FF2B5EF4-FFF2-40B4-BE49-F238E27FC236}">
                  <a16:creationId xmlns:a16="http://schemas.microsoft.com/office/drawing/2014/main" id="{59773DD0-78F0-ADC8-9189-1D97A9428E53}"/>
                </a:ext>
              </a:extLst>
            </p:cNvPr>
            <p:cNvSpPr/>
            <p:nvPr/>
          </p:nvSpPr>
          <p:spPr>
            <a:xfrm>
              <a:off x="13866470" y="45028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6" name="Picture 15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D3723E1E-FE9E-18C4-6CEE-BD5A3813C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094" t="8652" r="8394" b="8259"/>
            <a:stretch>
              <a:fillRect/>
            </a:stretch>
          </p:blipFill>
          <p:spPr>
            <a:xfrm>
              <a:off x="14721749" y="1237435"/>
              <a:ext cx="3131139" cy="3153044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 rot="20457915">
            <a:off x="4220192" y="1447376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224" y="28217182"/>
            <a:ext cx="1828800" cy="1828800"/>
          </a:xfrm>
          <a:prstGeom prst="rect">
            <a:avLst/>
          </a:prstGeom>
        </p:spPr>
      </p:pic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314814" y="2893581"/>
            <a:ext cx="2676720" cy="26767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D28072-4F7C-F049-2C2F-2E2C58A83FF3}"/>
              </a:ext>
            </a:extLst>
          </p:cNvPr>
          <p:cNvSpPr txBox="1"/>
          <p:nvPr/>
        </p:nvSpPr>
        <p:spPr>
          <a:xfrm>
            <a:off x="235840" y="27285533"/>
            <a:ext cx="4457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unsere Projekte auf</a:t>
            </a:r>
          </a:p>
          <a:p>
            <a:r>
              <a:rPr lang="de-CH" sz="2800" b="1" dirty="0">
                <a:solidFill>
                  <a:srgbClr val="05366C"/>
                </a:solidFill>
              </a:rPr>
              <a:t>	GitHub: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687425" y="3415464"/>
            <a:ext cx="6400800" cy="6400800"/>
          </a:xfrm>
          <a:prstGeom prst="rect">
            <a:avLst/>
          </a:prstGeom>
        </p:spPr>
      </p:pic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91B4E14F-E28D-D37D-7D9E-727C00E12C0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6554" b="19847"/>
          <a:stretch>
            <a:fillRect/>
          </a:stretch>
        </p:blipFill>
        <p:spPr>
          <a:xfrm>
            <a:off x="1303425" y="19678024"/>
            <a:ext cx="9090255" cy="3253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181099" y="13378289"/>
            <a:ext cx="41148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179540" y="18768689"/>
            <a:ext cx="4114800" cy="4114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11029268" y="28239640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179540" y="24758463"/>
            <a:ext cx="4114800" cy="4114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AC7BC91-77FE-E06B-81C2-9430B42DE1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7837" y="27739656"/>
            <a:ext cx="447783" cy="44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179</Words>
  <Application>Microsoft Office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11</cp:revision>
  <dcterms:created xsi:type="dcterms:W3CDTF">2026-06-03T08:55:54Z</dcterms:created>
  <dcterms:modified xsi:type="dcterms:W3CDTF">2026-06-03T14:26:47Z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